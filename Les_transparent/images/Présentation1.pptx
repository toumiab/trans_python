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946" y="3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8692-A775-4E00-B0C0-59080036125E}" type="datetimeFigureOut">
              <a:rPr lang="fr-FR" smtClean="0"/>
              <a:t>26/01/2016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19A6-2A2A-4327-847B-25B0A152D1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5355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8692-A775-4E00-B0C0-59080036125E}" type="datetimeFigureOut">
              <a:rPr lang="fr-FR" smtClean="0"/>
              <a:t>26/01/2016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19A6-2A2A-4327-847B-25B0A152D1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5802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8692-A775-4E00-B0C0-59080036125E}" type="datetimeFigureOut">
              <a:rPr lang="fr-FR" smtClean="0"/>
              <a:t>26/01/2016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19A6-2A2A-4327-847B-25B0A152D1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374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8692-A775-4E00-B0C0-59080036125E}" type="datetimeFigureOut">
              <a:rPr lang="fr-FR" smtClean="0"/>
              <a:t>26/01/2016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19A6-2A2A-4327-847B-25B0A152D1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3032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8692-A775-4E00-B0C0-59080036125E}" type="datetimeFigureOut">
              <a:rPr lang="fr-FR" smtClean="0"/>
              <a:t>26/01/2016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19A6-2A2A-4327-847B-25B0A152D1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5390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8692-A775-4E00-B0C0-59080036125E}" type="datetimeFigureOut">
              <a:rPr lang="fr-FR" smtClean="0"/>
              <a:t>26/01/2016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19A6-2A2A-4327-847B-25B0A152D1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447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8692-A775-4E00-B0C0-59080036125E}" type="datetimeFigureOut">
              <a:rPr lang="fr-FR" smtClean="0"/>
              <a:t>26/01/2016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19A6-2A2A-4327-847B-25B0A152D1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667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8692-A775-4E00-B0C0-59080036125E}" type="datetimeFigureOut">
              <a:rPr lang="fr-FR" smtClean="0"/>
              <a:t>26/01/2016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19A6-2A2A-4327-847B-25B0A152D1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9540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8692-A775-4E00-B0C0-59080036125E}" type="datetimeFigureOut">
              <a:rPr lang="fr-FR" smtClean="0"/>
              <a:t>26/01/2016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19A6-2A2A-4327-847B-25B0A152D1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9445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8692-A775-4E00-B0C0-59080036125E}" type="datetimeFigureOut">
              <a:rPr lang="fr-FR" smtClean="0"/>
              <a:t>26/01/2016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19A6-2A2A-4327-847B-25B0A152D1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314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8692-A775-4E00-B0C0-59080036125E}" type="datetimeFigureOut">
              <a:rPr lang="fr-FR" smtClean="0"/>
              <a:t>26/01/2016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19A6-2A2A-4327-847B-25B0A152D1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1931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98692-A775-4E00-B0C0-59080036125E}" type="datetimeFigureOut">
              <a:rPr lang="fr-FR" smtClean="0"/>
              <a:t>26/01/2016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919A6-2A2A-4327-847B-25B0A152D1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0506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/>
          <p:cNvCxnSpPr>
            <a:stCxn id="4" idx="3"/>
            <a:endCxn id="6" idx="7"/>
          </p:cNvCxnSpPr>
          <p:nvPr/>
        </p:nvCxnSpPr>
        <p:spPr>
          <a:xfrm flipH="1">
            <a:off x="3494991" y="2099795"/>
            <a:ext cx="1161372" cy="164194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>
            <a:stCxn id="7" idx="3"/>
          </p:cNvCxnSpPr>
          <p:nvPr/>
        </p:nvCxnSpPr>
        <p:spPr>
          <a:xfrm flipH="1">
            <a:off x="4283970" y="4021897"/>
            <a:ext cx="504468" cy="84726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>
            <a:stCxn id="4" idx="5"/>
            <a:endCxn id="10" idx="1"/>
          </p:cNvCxnSpPr>
          <p:nvPr/>
        </p:nvCxnSpPr>
        <p:spPr>
          <a:xfrm>
            <a:off x="5063701" y="2099795"/>
            <a:ext cx="401779" cy="5618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>
            <a:stCxn id="5" idx="5"/>
            <a:endCxn id="9" idx="1"/>
          </p:cNvCxnSpPr>
          <p:nvPr/>
        </p:nvCxnSpPr>
        <p:spPr>
          <a:xfrm>
            <a:off x="4323459" y="3068960"/>
            <a:ext cx="1399130" cy="181255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lipse 3"/>
          <p:cNvSpPr/>
          <p:nvPr/>
        </p:nvSpPr>
        <p:spPr>
          <a:xfrm>
            <a:off x="4572000" y="1608094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-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3003290" y="3657379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8" name="Ellipse 7"/>
          <p:cNvSpPr/>
          <p:nvPr/>
        </p:nvSpPr>
        <p:spPr>
          <a:xfrm>
            <a:off x="3851920" y="4797152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  <a:endParaRPr lang="fr-FR" dirty="0"/>
          </a:p>
        </p:txBody>
      </p:sp>
      <p:sp>
        <p:nvSpPr>
          <p:cNvPr id="9" name="Ellipse 8"/>
          <p:cNvSpPr/>
          <p:nvPr/>
        </p:nvSpPr>
        <p:spPr>
          <a:xfrm>
            <a:off x="5638226" y="4797152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4</a:t>
            </a:r>
            <a:endParaRPr lang="fr-FR" dirty="0"/>
          </a:p>
        </p:txBody>
      </p:sp>
      <p:sp>
        <p:nvSpPr>
          <p:cNvPr id="10" name="Ellipse 9"/>
          <p:cNvSpPr/>
          <p:nvPr/>
        </p:nvSpPr>
        <p:spPr>
          <a:xfrm>
            <a:off x="5381117" y="2577259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5</a:t>
            </a:r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3831758" y="2577259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+</a:t>
            </a:r>
            <a:endParaRPr lang="fr-FR" dirty="0"/>
          </a:p>
        </p:txBody>
      </p:sp>
      <p:sp>
        <p:nvSpPr>
          <p:cNvPr id="7" name="Ellipse 6"/>
          <p:cNvSpPr/>
          <p:nvPr/>
        </p:nvSpPr>
        <p:spPr>
          <a:xfrm>
            <a:off x="4704075" y="3530196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*</a:t>
            </a:r>
            <a:endParaRPr lang="fr-FR" dirty="0"/>
          </a:p>
        </p:txBody>
      </p:sp>
      <p:sp>
        <p:nvSpPr>
          <p:cNvPr id="48" name="ZoneTexte 47"/>
          <p:cNvSpPr txBox="1"/>
          <p:nvPr/>
        </p:nvSpPr>
        <p:spPr>
          <a:xfrm>
            <a:off x="2051720" y="1599383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/>
              <a:t>[2+3*4-5]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454540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3"/>
          <p:cNvCxnSpPr>
            <a:stCxn id="8" idx="3"/>
            <a:endCxn id="9" idx="0"/>
          </p:cNvCxnSpPr>
          <p:nvPr/>
        </p:nvCxnSpPr>
        <p:spPr>
          <a:xfrm flipH="1">
            <a:off x="3826367" y="1915407"/>
            <a:ext cx="800394" cy="16504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/>
          <p:cNvCxnSpPr>
            <a:stCxn id="14" idx="0"/>
            <a:endCxn id="13" idx="4"/>
          </p:cNvCxnSpPr>
          <p:nvPr/>
        </p:nvCxnSpPr>
        <p:spPr>
          <a:xfrm flipH="1" flipV="1">
            <a:off x="4200301" y="2925658"/>
            <a:ext cx="239493" cy="6342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/>
          <p:cNvCxnSpPr>
            <a:stCxn id="8" idx="5"/>
            <a:endCxn id="12" idx="1"/>
          </p:cNvCxnSpPr>
          <p:nvPr/>
        </p:nvCxnSpPr>
        <p:spPr>
          <a:xfrm>
            <a:off x="4891173" y="1915407"/>
            <a:ext cx="544705" cy="71457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>
            <a:stCxn id="12" idx="4"/>
            <a:endCxn id="25" idx="0"/>
          </p:cNvCxnSpPr>
          <p:nvPr/>
        </p:nvCxnSpPr>
        <p:spPr>
          <a:xfrm flipH="1">
            <a:off x="4626761" y="2937299"/>
            <a:ext cx="941323" cy="243591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/>
        </p:nvSpPr>
        <p:spPr>
          <a:xfrm>
            <a:off x="4572000" y="1608094"/>
            <a:ext cx="373934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4</a:t>
            </a:r>
            <a:endParaRPr lang="fr-FR" dirty="0"/>
          </a:p>
        </p:txBody>
      </p:sp>
      <p:sp>
        <p:nvSpPr>
          <p:cNvPr id="9" name="Ellipse 8"/>
          <p:cNvSpPr/>
          <p:nvPr/>
        </p:nvSpPr>
        <p:spPr>
          <a:xfrm>
            <a:off x="3639400" y="3565894"/>
            <a:ext cx="373934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10" name="Ellipse 9"/>
          <p:cNvSpPr/>
          <p:nvPr/>
        </p:nvSpPr>
        <p:spPr>
          <a:xfrm>
            <a:off x="5796136" y="3565894"/>
            <a:ext cx="373934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9</a:t>
            </a:r>
            <a:endParaRPr lang="fr-FR" dirty="0"/>
          </a:p>
        </p:txBody>
      </p:sp>
      <p:sp>
        <p:nvSpPr>
          <p:cNvPr id="11" name="Ellipse 10"/>
          <p:cNvSpPr/>
          <p:nvPr/>
        </p:nvSpPr>
        <p:spPr>
          <a:xfrm>
            <a:off x="5061944" y="3565894"/>
            <a:ext cx="373934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6</a:t>
            </a:r>
            <a:endParaRPr lang="fr-FR" dirty="0"/>
          </a:p>
        </p:txBody>
      </p:sp>
      <p:sp>
        <p:nvSpPr>
          <p:cNvPr id="12" name="Ellipse 11"/>
          <p:cNvSpPr/>
          <p:nvPr/>
        </p:nvSpPr>
        <p:spPr>
          <a:xfrm>
            <a:off x="5381117" y="2577259"/>
            <a:ext cx="373934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8</a:t>
            </a:r>
            <a:endParaRPr lang="fr-FR" dirty="0"/>
          </a:p>
        </p:txBody>
      </p:sp>
      <p:sp>
        <p:nvSpPr>
          <p:cNvPr id="13" name="Ellipse 12"/>
          <p:cNvSpPr/>
          <p:nvPr/>
        </p:nvSpPr>
        <p:spPr>
          <a:xfrm>
            <a:off x="4013334" y="2565618"/>
            <a:ext cx="373934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14" name="Ellipse 13"/>
          <p:cNvSpPr/>
          <p:nvPr/>
        </p:nvSpPr>
        <p:spPr>
          <a:xfrm>
            <a:off x="4252827" y="3559912"/>
            <a:ext cx="373934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24" name="Ellipse 23"/>
          <p:cNvSpPr/>
          <p:nvPr/>
        </p:nvSpPr>
        <p:spPr>
          <a:xfrm>
            <a:off x="4758967" y="4437112"/>
            <a:ext cx="373934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5</a:t>
            </a:r>
            <a:endParaRPr lang="fr-FR" dirty="0"/>
          </a:p>
        </p:txBody>
      </p:sp>
      <p:sp>
        <p:nvSpPr>
          <p:cNvPr id="25" name="Ellipse 24"/>
          <p:cNvSpPr/>
          <p:nvPr/>
        </p:nvSpPr>
        <p:spPr>
          <a:xfrm>
            <a:off x="4439794" y="5373216"/>
            <a:ext cx="373934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4</a:t>
            </a:r>
            <a:endParaRPr lang="fr-FR" dirty="0"/>
          </a:p>
        </p:txBody>
      </p:sp>
      <p:cxnSp>
        <p:nvCxnSpPr>
          <p:cNvPr id="29" name="Connecteur droit 28"/>
          <p:cNvCxnSpPr>
            <a:endCxn id="12" idx="5"/>
          </p:cNvCxnSpPr>
          <p:nvPr/>
        </p:nvCxnSpPr>
        <p:spPr>
          <a:xfrm flipH="1" flipV="1">
            <a:off x="5700290" y="2884572"/>
            <a:ext cx="244000" cy="68132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 flipH="1" flipV="1">
            <a:off x="5313878" y="3814596"/>
            <a:ext cx="244000" cy="68132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lipse 25"/>
          <p:cNvSpPr/>
          <p:nvPr/>
        </p:nvSpPr>
        <p:spPr>
          <a:xfrm>
            <a:off x="5435878" y="4437112"/>
            <a:ext cx="373934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00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3"/>
          <p:cNvCxnSpPr>
            <a:stCxn id="8" idx="3"/>
            <a:endCxn id="27" idx="0"/>
          </p:cNvCxnSpPr>
          <p:nvPr/>
        </p:nvCxnSpPr>
        <p:spPr>
          <a:xfrm flipH="1">
            <a:off x="2511258" y="2099795"/>
            <a:ext cx="2145105" cy="14012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/>
          <p:cNvCxnSpPr>
            <a:stCxn id="8" idx="5"/>
            <a:endCxn id="29" idx="0"/>
          </p:cNvCxnSpPr>
          <p:nvPr/>
        </p:nvCxnSpPr>
        <p:spPr>
          <a:xfrm>
            <a:off x="5063701" y="2099795"/>
            <a:ext cx="1335989" cy="77578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/>
        </p:nvSpPr>
        <p:spPr>
          <a:xfrm>
            <a:off x="4572000" y="1608094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A</a:t>
            </a:r>
            <a:endParaRPr lang="fr-FR" dirty="0"/>
          </a:p>
        </p:txBody>
      </p:sp>
      <p:sp>
        <p:nvSpPr>
          <p:cNvPr id="13" name="Ellipse 12"/>
          <p:cNvSpPr/>
          <p:nvPr/>
        </p:nvSpPr>
        <p:spPr>
          <a:xfrm>
            <a:off x="3245278" y="2530581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B</a:t>
            </a:r>
            <a:endParaRPr lang="fr-FR" dirty="0"/>
          </a:p>
        </p:txBody>
      </p:sp>
      <p:cxnSp>
        <p:nvCxnSpPr>
          <p:cNvPr id="15" name="Connecteur droit 14"/>
          <p:cNvCxnSpPr>
            <a:stCxn id="13" idx="5"/>
            <a:endCxn id="23" idx="0"/>
          </p:cNvCxnSpPr>
          <p:nvPr/>
        </p:nvCxnSpPr>
        <p:spPr>
          <a:xfrm>
            <a:off x="3736979" y="3022282"/>
            <a:ext cx="1074001" cy="4392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à coins arrondis 22"/>
          <p:cNvSpPr/>
          <p:nvPr/>
        </p:nvSpPr>
        <p:spPr>
          <a:xfrm>
            <a:off x="4423450" y="3461530"/>
            <a:ext cx="775059" cy="11916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 smtClean="0"/>
              <a:t>Bd</a:t>
            </a:r>
            <a:endParaRPr lang="fr-FR" dirty="0"/>
          </a:p>
        </p:txBody>
      </p:sp>
      <p:sp>
        <p:nvSpPr>
          <p:cNvPr id="27" name="Rectangle à coins arrondis 26"/>
          <p:cNvSpPr/>
          <p:nvPr/>
        </p:nvSpPr>
        <p:spPr>
          <a:xfrm>
            <a:off x="2123728" y="3501008"/>
            <a:ext cx="775059" cy="1800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 err="1" smtClean="0"/>
              <a:t>Bg</a:t>
            </a:r>
            <a:endParaRPr lang="fr-FR" dirty="0"/>
          </a:p>
        </p:txBody>
      </p:sp>
      <p:sp>
        <p:nvSpPr>
          <p:cNvPr id="29" name="Rectangle à coins arrondis 28"/>
          <p:cNvSpPr/>
          <p:nvPr/>
        </p:nvSpPr>
        <p:spPr>
          <a:xfrm>
            <a:off x="6012160" y="2875576"/>
            <a:ext cx="775059" cy="11719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/>
              <a:t>Ad</a:t>
            </a:r>
          </a:p>
        </p:txBody>
      </p:sp>
      <p:cxnSp>
        <p:nvCxnSpPr>
          <p:cNvPr id="35" name="Connecteur droit 34"/>
          <p:cNvCxnSpPr/>
          <p:nvPr/>
        </p:nvCxnSpPr>
        <p:spPr>
          <a:xfrm flipH="1">
            <a:off x="1403648" y="4055102"/>
            <a:ext cx="6336704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/>
          <p:cNvCxnSpPr/>
          <p:nvPr/>
        </p:nvCxnSpPr>
        <p:spPr>
          <a:xfrm flipH="1">
            <a:off x="1403648" y="4653136"/>
            <a:ext cx="6336704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/>
          <p:cNvCxnSpPr/>
          <p:nvPr/>
        </p:nvCxnSpPr>
        <p:spPr>
          <a:xfrm flipH="1">
            <a:off x="1403648" y="5290904"/>
            <a:ext cx="6336704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/>
        </p:nvCxnSpPr>
        <p:spPr>
          <a:xfrm flipH="1">
            <a:off x="1403648" y="3461529"/>
            <a:ext cx="6336704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94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cxnSp>
        <p:nvCxnSpPr>
          <p:cNvPr id="4" name="Connecteur droit 3"/>
          <p:cNvCxnSpPr>
            <a:stCxn id="6" idx="3"/>
            <a:endCxn id="9" idx="0"/>
          </p:cNvCxnSpPr>
          <p:nvPr/>
        </p:nvCxnSpPr>
        <p:spPr>
          <a:xfrm flipH="1">
            <a:off x="4620452" y="3328475"/>
            <a:ext cx="584531" cy="7582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/>
          <p:cNvCxnSpPr>
            <a:stCxn id="7" idx="3"/>
            <a:endCxn id="10" idx="0"/>
          </p:cNvCxnSpPr>
          <p:nvPr/>
        </p:nvCxnSpPr>
        <p:spPr>
          <a:xfrm flipH="1">
            <a:off x="2822150" y="2428045"/>
            <a:ext cx="1378619" cy="10501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lipse 6"/>
          <p:cNvSpPr/>
          <p:nvPr/>
        </p:nvSpPr>
        <p:spPr>
          <a:xfrm>
            <a:off x="4116406" y="1936344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B</a:t>
            </a:r>
            <a:endParaRPr lang="fr-FR" dirty="0"/>
          </a:p>
        </p:txBody>
      </p:sp>
      <p:cxnSp>
        <p:nvCxnSpPr>
          <p:cNvPr id="8" name="Connecteur droit 7"/>
          <p:cNvCxnSpPr>
            <a:stCxn id="7" idx="5"/>
          </p:cNvCxnSpPr>
          <p:nvPr/>
        </p:nvCxnSpPr>
        <p:spPr>
          <a:xfrm>
            <a:off x="4608107" y="2428045"/>
            <a:ext cx="1889098" cy="168155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à coins arrondis 8"/>
          <p:cNvSpPr/>
          <p:nvPr/>
        </p:nvSpPr>
        <p:spPr>
          <a:xfrm>
            <a:off x="4232922" y="4086740"/>
            <a:ext cx="775059" cy="11916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 smtClean="0"/>
              <a:t>Bd</a:t>
            </a:r>
            <a:endParaRPr lang="fr-FR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2434620" y="3478148"/>
            <a:ext cx="775059" cy="1800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 err="1" smtClean="0"/>
              <a:t>Bg</a:t>
            </a:r>
            <a:endParaRPr lang="fr-FR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6228184" y="4109600"/>
            <a:ext cx="775059" cy="11719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/>
              <a:t>Ad</a:t>
            </a:r>
          </a:p>
        </p:txBody>
      </p:sp>
      <p:cxnSp>
        <p:nvCxnSpPr>
          <p:cNvPr id="14" name="Connecteur droit 13"/>
          <p:cNvCxnSpPr/>
          <p:nvPr/>
        </p:nvCxnSpPr>
        <p:spPr>
          <a:xfrm flipH="1">
            <a:off x="1403648" y="5290904"/>
            <a:ext cx="6336704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lipse 5"/>
          <p:cNvSpPr/>
          <p:nvPr/>
        </p:nvSpPr>
        <p:spPr>
          <a:xfrm>
            <a:off x="5120620" y="2836774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6651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cxnSp>
        <p:nvCxnSpPr>
          <p:cNvPr id="4" name="Connecteur droit 3"/>
          <p:cNvCxnSpPr>
            <a:stCxn id="6" idx="3"/>
            <a:endCxn id="10" idx="0"/>
          </p:cNvCxnSpPr>
          <p:nvPr/>
        </p:nvCxnSpPr>
        <p:spPr>
          <a:xfrm flipH="1">
            <a:off x="2511258" y="2099795"/>
            <a:ext cx="2145105" cy="137073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/>
          <p:cNvCxnSpPr>
            <a:stCxn id="6" idx="5"/>
            <a:endCxn id="11" idx="0"/>
          </p:cNvCxnSpPr>
          <p:nvPr/>
        </p:nvCxnSpPr>
        <p:spPr>
          <a:xfrm>
            <a:off x="5063701" y="2099795"/>
            <a:ext cx="1335989" cy="8381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lipse 5"/>
          <p:cNvSpPr/>
          <p:nvPr/>
        </p:nvSpPr>
        <p:spPr>
          <a:xfrm>
            <a:off x="4572000" y="1608094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A</a:t>
            </a:r>
            <a:endParaRPr lang="fr-FR" dirty="0"/>
          </a:p>
        </p:txBody>
      </p:sp>
      <p:sp>
        <p:nvSpPr>
          <p:cNvPr id="7" name="Ellipse 6"/>
          <p:cNvSpPr/>
          <p:nvPr/>
        </p:nvSpPr>
        <p:spPr>
          <a:xfrm>
            <a:off x="3245278" y="244621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B</a:t>
            </a:r>
            <a:endParaRPr lang="fr-FR" dirty="0"/>
          </a:p>
        </p:txBody>
      </p:sp>
      <p:cxnSp>
        <p:nvCxnSpPr>
          <p:cNvPr id="8" name="Connecteur droit 7"/>
          <p:cNvCxnSpPr>
            <a:stCxn id="7" idx="5"/>
            <a:endCxn id="28" idx="0"/>
          </p:cNvCxnSpPr>
          <p:nvPr/>
        </p:nvCxnSpPr>
        <p:spPr>
          <a:xfrm>
            <a:off x="3736979" y="2937919"/>
            <a:ext cx="1714252" cy="113163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à coins arrondis 8"/>
          <p:cNvSpPr/>
          <p:nvPr/>
        </p:nvSpPr>
        <p:spPr>
          <a:xfrm>
            <a:off x="3654111" y="4053946"/>
            <a:ext cx="775059" cy="11916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 smtClean="0"/>
              <a:t>Cg</a:t>
            </a:r>
            <a:endParaRPr lang="fr-FR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2123728" y="3470528"/>
            <a:ext cx="775059" cy="11826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 err="1" smtClean="0"/>
              <a:t>Bg</a:t>
            </a:r>
            <a:endParaRPr lang="fr-FR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6012160" y="2937919"/>
            <a:ext cx="775059" cy="1101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/>
              <a:t>Ad</a:t>
            </a:r>
          </a:p>
        </p:txBody>
      </p:sp>
      <p:cxnSp>
        <p:nvCxnSpPr>
          <p:cNvPr id="12" name="Connecteur droit 11"/>
          <p:cNvCxnSpPr/>
          <p:nvPr/>
        </p:nvCxnSpPr>
        <p:spPr>
          <a:xfrm flipH="1">
            <a:off x="1403648" y="4055102"/>
            <a:ext cx="6336704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 flipH="1">
            <a:off x="1403648" y="4653136"/>
            <a:ext cx="6336704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 flipH="1">
            <a:off x="1403648" y="5290904"/>
            <a:ext cx="6336704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e 18"/>
          <p:cNvSpPr/>
          <p:nvPr/>
        </p:nvSpPr>
        <p:spPr>
          <a:xfrm>
            <a:off x="4421550" y="3210969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</a:t>
            </a:r>
            <a:endParaRPr lang="fr-FR" dirty="0"/>
          </a:p>
        </p:txBody>
      </p:sp>
      <p:sp>
        <p:nvSpPr>
          <p:cNvPr id="28" name="Rectangle à coins arrondis 27"/>
          <p:cNvSpPr/>
          <p:nvPr/>
        </p:nvSpPr>
        <p:spPr>
          <a:xfrm>
            <a:off x="5063701" y="4069558"/>
            <a:ext cx="775059" cy="5958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 smtClean="0"/>
              <a:t>Cd</a:t>
            </a:r>
            <a:endParaRPr lang="fr-FR" dirty="0"/>
          </a:p>
        </p:txBody>
      </p:sp>
      <p:cxnSp>
        <p:nvCxnSpPr>
          <p:cNvPr id="29" name="Connecteur droit 28"/>
          <p:cNvCxnSpPr>
            <a:stCxn id="19" idx="3"/>
            <a:endCxn id="9" idx="0"/>
          </p:cNvCxnSpPr>
          <p:nvPr/>
        </p:nvCxnSpPr>
        <p:spPr>
          <a:xfrm flipH="1">
            <a:off x="4041641" y="3702670"/>
            <a:ext cx="464272" cy="3512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38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Connecteur droit 16"/>
          <p:cNvCxnSpPr>
            <a:stCxn id="15" idx="3"/>
            <a:endCxn id="10" idx="0"/>
          </p:cNvCxnSpPr>
          <p:nvPr/>
        </p:nvCxnSpPr>
        <p:spPr>
          <a:xfrm flipH="1">
            <a:off x="2727282" y="2192509"/>
            <a:ext cx="1786251" cy="18967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cxnSp>
        <p:nvCxnSpPr>
          <p:cNvPr id="4" name="Connecteur droit 3"/>
          <p:cNvCxnSpPr>
            <a:stCxn id="6" idx="3"/>
            <a:endCxn id="16" idx="0"/>
          </p:cNvCxnSpPr>
          <p:nvPr/>
        </p:nvCxnSpPr>
        <p:spPr>
          <a:xfrm flipH="1">
            <a:off x="5242332" y="3321396"/>
            <a:ext cx="183860" cy="7481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/>
          <p:cNvCxnSpPr>
            <a:stCxn id="15" idx="5"/>
            <a:endCxn id="11" idx="0"/>
          </p:cNvCxnSpPr>
          <p:nvPr/>
        </p:nvCxnSpPr>
        <p:spPr>
          <a:xfrm>
            <a:off x="4920871" y="2192509"/>
            <a:ext cx="1478819" cy="18888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lipse 5"/>
          <p:cNvSpPr/>
          <p:nvPr/>
        </p:nvSpPr>
        <p:spPr>
          <a:xfrm>
            <a:off x="5341829" y="2829695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A</a:t>
            </a:r>
            <a:endParaRPr lang="fr-FR" dirty="0"/>
          </a:p>
        </p:txBody>
      </p:sp>
      <p:sp>
        <p:nvSpPr>
          <p:cNvPr id="7" name="Ellipse 6"/>
          <p:cNvSpPr/>
          <p:nvPr/>
        </p:nvSpPr>
        <p:spPr>
          <a:xfrm>
            <a:off x="3191904" y="2924944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B</a:t>
            </a:r>
            <a:endParaRPr lang="fr-FR" dirty="0"/>
          </a:p>
        </p:txBody>
      </p:sp>
      <p:cxnSp>
        <p:nvCxnSpPr>
          <p:cNvPr id="8" name="Connecteur droit 7"/>
          <p:cNvCxnSpPr>
            <a:stCxn id="7" idx="5"/>
            <a:endCxn id="9" idx="0"/>
          </p:cNvCxnSpPr>
          <p:nvPr/>
        </p:nvCxnSpPr>
        <p:spPr>
          <a:xfrm>
            <a:off x="3683605" y="3416645"/>
            <a:ext cx="367948" cy="6576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à coins arrondis 8"/>
          <p:cNvSpPr/>
          <p:nvPr/>
        </p:nvSpPr>
        <p:spPr>
          <a:xfrm>
            <a:off x="3664023" y="4074255"/>
            <a:ext cx="775059" cy="11916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 smtClean="0"/>
              <a:t>Cg</a:t>
            </a:r>
            <a:endParaRPr lang="fr-FR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2339752" y="4089236"/>
            <a:ext cx="775059" cy="11826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 err="1" smtClean="0"/>
              <a:t>Bg</a:t>
            </a:r>
            <a:endParaRPr lang="fr-FR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6012160" y="4081397"/>
            <a:ext cx="775059" cy="11844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/>
              <a:t>Ad</a:t>
            </a:r>
          </a:p>
        </p:txBody>
      </p:sp>
      <p:cxnSp>
        <p:nvCxnSpPr>
          <p:cNvPr id="13" name="Connecteur droit 12"/>
          <p:cNvCxnSpPr/>
          <p:nvPr/>
        </p:nvCxnSpPr>
        <p:spPr>
          <a:xfrm flipH="1">
            <a:off x="1403648" y="4653136"/>
            <a:ext cx="6336704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 flipH="1">
            <a:off x="1403648" y="5290904"/>
            <a:ext cx="6336704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lipse 14"/>
          <p:cNvSpPr/>
          <p:nvPr/>
        </p:nvSpPr>
        <p:spPr>
          <a:xfrm>
            <a:off x="4429170" y="170080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</a:t>
            </a:r>
            <a:endParaRPr lang="fr-FR" dirty="0"/>
          </a:p>
        </p:txBody>
      </p:sp>
      <p:sp>
        <p:nvSpPr>
          <p:cNvPr id="16" name="Rectangle à coins arrondis 15"/>
          <p:cNvSpPr/>
          <p:nvPr/>
        </p:nvSpPr>
        <p:spPr>
          <a:xfrm>
            <a:off x="4854802" y="4069558"/>
            <a:ext cx="775059" cy="5958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 smtClean="0"/>
              <a:t>Cd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922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44</Words>
  <Application>Microsoft Office PowerPoint</Application>
  <PresentationFormat>Affichage à l'écran (4:3)</PresentationFormat>
  <Paragraphs>42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ensta</dc:creator>
  <cp:lastModifiedBy>ensta</cp:lastModifiedBy>
  <cp:revision>5</cp:revision>
  <dcterms:created xsi:type="dcterms:W3CDTF">2016-01-26T15:16:25Z</dcterms:created>
  <dcterms:modified xsi:type="dcterms:W3CDTF">2016-01-26T16:04:21Z</dcterms:modified>
</cp:coreProperties>
</file>