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09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61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1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40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64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5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2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7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6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8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65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1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3E739-894A-4447-9277-F309A5E33C09}" type="datetimeFigureOut">
              <a:rPr lang="en-US" smtClean="0"/>
              <a:t>9/29/2015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0A282-95AB-4E97-B40C-4E75053929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97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/>
          <p:cNvGrpSpPr/>
          <p:nvPr/>
        </p:nvGrpSpPr>
        <p:grpSpPr>
          <a:xfrm>
            <a:off x="2015367" y="1115704"/>
            <a:ext cx="7315200" cy="2008514"/>
            <a:chOff x="2015367" y="1115704"/>
            <a:chExt cx="7315200" cy="2008514"/>
          </a:xfrm>
        </p:grpSpPr>
        <p:sp>
          <p:nvSpPr>
            <p:cNvPr id="4" name="ZoneTexte 3"/>
            <p:cNvSpPr txBox="1"/>
            <p:nvPr/>
          </p:nvSpPr>
          <p:spPr>
            <a:xfrm>
              <a:off x="2015367" y="1115704"/>
              <a:ext cx="731520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Lst</a:t>
              </a:r>
              <a:r>
                <a:rPr lang="en-US" dirty="0" smtClean="0"/>
                <a:t> = [ 6 , 5+3j,  ‘Python’,  [5, 2],  1]</a:t>
              </a:r>
            </a:p>
            <a:p>
              <a:endParaRPr lang="en-US" dirty="0"/>
            </a:p>
            <a:p>
              <a:endParaRPr lang="en-US" dirty="0" smtClean="0"/>
            </a:p>
            <a:p>
              <a:endParaRPr lang="en-US" dirty="0"/>
            </a:p>
            <a:p>
              <a:endParaRPr lang="en-US" dirty="0" smtClean="0"/>
            </a:p>
            <a:p>
              <a:endParaRPr lang="en-US" dirty="0"/>
            </a:p>
          </p:txBody>
        </p:sp>
        <p:grpSp>
          <p:nvGrpSpPr>
            <p:cNvPr id="20" name="Groupe 19"/>
            <p:cNvGrpSpPr/>
            <p:nvPr/>
          </p:nvGrpSpPr>
          <p:grpSpPr>
            <a:xfrm>
              <a:off x="2016982" y="1625218"/>
              <a:ext cx="5816378" cy="1499000"/>
              <a:chOff x="1696278" y="4256473"/>
              <a:chExt cx="5665968" cy="1361271"/>
            </a:xfrm>
          </p:grpSpPr>
          <p:sp>
            <p:nvSpPr>
              <p:cNvPr id="6" name="ZoneTexte 5"/>
              <p:cNvSpPr txBox="1"/>
              <p:nvPr/>
            </p:nvSpPr>
            <p:spPr>
              <a:xfrm>
                <a:off x="2094664" y="5156079"/>
                <a:ext cx="4900495" cy="461665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smtClean="0"/>
                  <a:t> </a:t>
                </a:r>
                <a:r>
                  <a:rPr lang="en-US" sz="1200" dirty="0" smtClean="0">
                    <a:solidFill>
                      <a:srgbClr val="FF0000"/>
                    </a:solidFill>
                  </a:rPr>
                  <a:t>0 	1	2	      3	          4</a:t>
                </a:r>
              </a:p>
              <a:p>
                <a:r>
                  <a:rPr lang="en-US" sz="1200" dirty="0" smtClean="0">
                    <a:solidFill>
                      <a:srgbClr val="FF0000"/>
                    </a:solidFill>
                  </a:rPr>
                  <a:t>-5                    - 4                       -3                             -2                           -1</a:t>
                </a:r>
              </a:p>
            </p:txBody>
          </p:sp>
          <p:sp>
            <p:nvSpPr>
              <p:cNvPr id="7" name="ZoneTexte 6"/>
              <p:cNvSpPr txBox="1"/>
              <p:nvPr/>
            </p:nvSpPr>
            <p:spPr>
              <a:xfrm flipV="1">
                <a:off x="1696278" y="4260294"/>
                <a:ext cx="5665968" cy="867348"/>
              </a:xfrm>
              <a:prstGeom prst="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lIns="72000" tIns="0" rIns="36000" bIns="36000" rtlCol="0">
                <a:spAutoFit/>
              </a:bodyPr>
              <a:lstStyle/>
              <a:p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</p:txBody>
          </p:sp>
          <p:sp>
            <p:nvSpPr>
              <p:cNvPr id="8" name="ZoneTexte 7"/>
              <p:cNvSpPr txBox="1"/>
              <p:nvPr/>
            </p:nvSpPr>
            <p:spPr>
              <a:xfrm flipV="1">
                <a:off x="2016982" y="4463821"/>
                <a:ext cx="357147" cy="4531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72000" tIns="72000" rIns="72000" bIns="72000" rtlCol="0">
                <a:spAutoFit/>
              </a:bodyPr>
              <a:lstStyle/>
              <a:p>
                <a:pPr algn="ctr"/>
                <a:r>
                  <a:rPr lang="en-US" sz="2000" dirty="0" smtClean="0"/>
                  <a:t>9</a:t>
                </a:r>
              </a:p>
            </p:txBody>
          </p:sp>
          <p:sp>
            <p:nvSpPr>
              <p:cNvPr id="9" name="ZoneTexte 8"/>
              <p:cNvSpPr txBox="1"/>
              <p:nvPr/>
            </p:nvSpPr>
            <p:spPr>
              <a:xfrm rot="10800000" flipV="1">
                <a:off x="2463245" y="4448092"/>
                <a:ext cx="950515" cy="4531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72000" tIns="72000" rIns="72000" bIns="72000" rtlCol="0">
                <a:spAutoFit/>
              </a:bodyPr>
              <a:lstStyle/>
              <a:p>
                <a:pPr algn="ctr"/>
                <a:r>
                  <a:rPr lang="en-US" sz="2000" dirty="0" smtClean="0"/>
                  <a:t>5+3j</a:t>
                </a:r>
              </a:p>
            </p:txBody>
          </p:sp>
          <p:sp>
            <p:nvSpPr>
              <p:cNvPr id="12" name="ZoneTexte 11"/>
              <p:cNvSpPr txBox="1"/>
              <p:nvPr/>
            </p:nvSpPr>
            <p:spPr>
              <a:xfrm rot="10800000" flipV="1">
                <a:off x="3484324" y="4448092"/>
                <a:ext cx="1102916" cy="4531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72000" tIns="72000" rIns="72000" bIns="72000" rtlCol="0">
                <a:spAutoFit/>
              </a:bodyPr>
              <a:lstStyle/>
              <a:p>
                <a:pPr algn="ctr"/>
                <a:r>
                  <a:rPr lang="en-US" sz="2000" dirty="0" smtClean="0"/>
                  <a:t>‘Python’</a:t>
                </a:r>
              </a:p>
            </p:txBody>
          </p:sp>
          <p:grpSp>
            <p:nvGrpSpPr>
              <p:cNvPr id="16" name="Groupe 15"/>
              <p:cNvGrpSpPr/>
              <p:nvPr/>
            </p:nvGrpSpPr>
            <p:grpSpPr>
              <a:xfrm>
                <a:off x="4676356" y="4452406"/>
                <a:ext cx="1191043" cy="444557"/>
                <a:chOff x="5484076" y="4513366"/>
                <a:chExt cx="1191043" cy="444557"/>
              </a:xfrm>
            </p:grpSpPr>
            <p:sp>
              <p:nvSpPr>
                <p:cNvPr id="13" name="ZoneTexte 12"/>
                <p:cNvSpPr txBox="1"/>
                <p:nvPr/>
              </p:nvSpPr>
              <p:spPr>
                <a:xfrm rot="10800000" flipV="1">
                  <a:off x="5484076" y="4513366"/>
                  <a:ext cx="1191043" cy="44455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lIns="72000" tIns="108000" rIns="72000" bIns="72000" rtlCol="0">
                  <a:spAutoFit/>
                </a:bodyPr>
                <a:lstStyle/>
                <a:p>
                  <a:pPr algn="ctr"/>
                  <a:endParaRPr lang="en-US" sz="2000" dirty="0" smtClean="0"/>
                </a:p>
              </p:txBody>
            </p:sp>
            <p:sp>
              <p:nvSpPr>
                <p:cNvPr id="14" name="ZoneTexte 13"/>
                <p:cNvSpPr txBox="1"/>
                <p:nvPr/>
              </p:nvSpPr>
              <p:spPr>
                <a:xfrm rot="10800000" flipV="1">
                  <a:off x="5584792" y="4565775"/>
                  <a:ext cx="383323" cy="34552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lIns="72000" tIns="36000" rIns="36000" bIns="36000" rtlCol="0">
                  <a:spAutoFit/>
                </a:bodyPr>
                <a:lstStyle/>
                <a:p>
                  <a:pPr algn="ctr"/>
                  <a:r>
                    <a:rPr lang="en-US" sz="2000" dirty="0" smtClean="0"/>
                    <a:t>5</a:t>
                  </a:r>
                </a:p>
              </p:txBody>
            </p:sp>
            <p:sp>
              <p:nvSpPr>
                <p:cNvPr id="15" name="ZoneTexte 14"/>
                <p:cNvSpPr txBox="1"/>
                <p:nvPr/>
              </p:nvSpPr>
              <p:spPr>
                <a:xfrm rot="10800000" flipV="1">
                  <a:off x="6147845" y="4565775"/>
                  <a:ext cx="383323" cy="34552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lIns="72000" tIns="36000" rIns="72000" bIns="36000" rtlCol="0">
                  <a:spAutoFit/>
                </a:bodyPr>
                <a:lstStyle/>
                <a:p>
                  <a:pPr algn="ctr"/>
                  <a:r>
                    <a:rPr lang="en-US" sz="2000" dirty="0"/>
                    <a:t>2</a:t>
                  </a:r>
                  <a:endParaRPr lang="en-US" sz="2000" dirty="0" smtClean="0"/>
                </a:p>
              </p:txBody>
            </p:sp>
          </p:grpSp>
          <p:sp>
            <p:nvSpPr>
              <p:cNvPr id="19" name="ZoneTexte 18"/>
              <p:cNvSpPr txBox="1"/>
              <p:nvPr/>
            </p:nvSpPr>
            <p:spPr>
              <a:xfrm rot="10800000" flipV="1">
                <a:off x="5934151" y="4448092"/>
                <a:ext cx="950515" cy="45318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lIns="72000" tIns="72000" rIns="72000" bIns="72000" rtlCol="0">
                <a:spAutoFit/>
              </a:bodyPr>
              <a:lstStyle/>
              <a:p>
                <a:pPr algn="ctr"/>
                <a:r>
                  <a:rPr lang="en-US" sz="2000" dirty="0" smtClean="0"/>
                  <a:t>1</a:t>
                </a:r>
              </a:p>
            </p:txBody>
          </p:sp>
          <p:sp>
            <p:nvSpPr>
              <p:cNvPr id="21" name="ZoneTexte 20"/>
              <p:cNvSpPr txBox="1"/>
              <p:nvPr/>
            </p:nvSpPr>
            <p:spPr>
              <a:xfrm>
                <a:off x="4752743" y="4256473"/>
                <a:ext cx="1216142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smtClean="0"/>
                  <a:t> </a:t>
                </a:r>
                <a:r>
                  <a:rPr lang="en-US" sz="1200" dirty="0" smtClean="0">
                    <a:solidFill>
                      <a:srgbClr val="FF0000"/>
                    </a:solidFill>
                  </a:rPr>
                  <a:t>0                1 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45108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</TotalTime>
  <Words>30</Words>
  <Application>Microsoft Office PowerPoint</Application>
  <PresentationFormat>Grand écran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Abdelmalek TOUMI</dc:creator>
  <cp:lastModifiedBy>Abdelmalek TOUMI</cp:lastModifiedBy>
  <cp:revision>4</cp:revision>
  <dcterms:created xsi:type="dcterms:W3CDTF">2015-09-29T14:37:52Z</dcterms:created>
  <dcterms:modified xsi:type="dcterms:W3CDTF">2015-09-30T16:16:39Z</dcterms:modified>
</cp:coreProperties>
</file>